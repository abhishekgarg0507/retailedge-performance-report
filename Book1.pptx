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B7A4378-7E45-4D74-B028-87A0B4A685D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F9AFB18-F87A-426A-9E51-0DCD9CABB72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29/01/26 9:37:13 pm GMT+1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Sales" id="2" name="slide2">
            <a:extLst>
              <a:ext uri="{FF2B5EF4-FFF2-40B4-BE49-F238E27FC236}">
                <a16:creationId xmlns:a16="http://schemas.microsoft.com/office/drawing/2014/main" id="{62824B64-7895-4EB1-864F-F95EADEA9C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160" y="0"/>
            <a:ext cx="7345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Profit" id="3" name="slide3">
            <a:extLst>
              <a:ext uri="{FF2B5EF4-FFF2-40B4-BE49-F238E27FC236}">
                <a16:creationId xmlns:a16="http://schemas.microsoft.com/office/drawing/2014/main" id="{AC3FE5D4-CDD4-49BA-8760-E4CF637BB8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496" y="0"/>
            <a:ext cx="84810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Quantity" id="4" name="slide4">
            <a:extLst>
              <a:ext uri="{FF2B5EF4-FFF2-40B4-BE49-F238E27FC236}">
                <a16:creationId xmlns:a16="http://schemas.microsoft.com/office/drawing/2014/main" id="{BA1CD737-CFB9-4899-B0C1-9A00AAAE86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31" y="0"/>
            <a:ext cx="76657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bcategory Comparision" id="5" name="slide5">
            <a:extLst>
              <a:ext uri="{FF2B5EF4-FFF2-40B4-BE49-F238E27FC236}">
                <a16:creationId xmlns:a16="http://schemas.microsoft.com/office/drawing/2014/main" id="{09C9DFD2-3F09-41F1-99A9-406B75DA2D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081087"/>
            <a:ext cx="101536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eekly Trends" id="6" name="slide6">
            <a:extLst>
              <a:ext uri="{FF2B5EF4-FFF2-40B4-BE49-F238E27FC236}">
                <a16:creationId xmlns:a16="http://schemas.microsoft.com/office/drawing/2014/main" id="{54D96DB9-C8B3-46B9-A154-05B484A853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958" y="0"/>
            <a:ext cx="87320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Customers" id="7" name="slide7">
            <a:extLst>
              <a:ext uri="{FF2B5EF4-FFF2-40B4-BE49-F238E27FC236}">
                <a16:creationId xmlns:a16="http://schemas.microsoft.com/office/drawing/2014/main" id="{809A8045-9DB2-4E33-A787-A10DDAFBDC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546" y="0"/>
            <a:ext cx="8792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Sales Per Customer" id="8" name="slide8">
            <a:extLst>
              <a:ext uri="{FF2B5EF4-FFF2-40B4-BE49-F238E27FC236}">
                <a16:creationId xmlns:a16="http://schemas.microsoft.com/office/drawing/2014/main" id="{D7768FA2-175B-4A7C-BE57-7BD00B6C7C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795" y="0"/>
            <a:ext cx="8418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Oders" id="9" name="slide9">
            <a:extLst>
              <a:ext uri="{FF2B5EF4-FFF2-40B4-BE49-F238E27FC236}">
                <a16:creationId xmlns:a16="http://schemas.microsoft.com/office/drawing/2014/main" id="{F6344452-7532-4F5F-B9AA-C9BDBA78F6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369" y="0"/>
            <a:ext cx="8621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Customer" id="10" name="slide10">
            <a:extLst>
              <a:ext uri="{FF2B5EF4-FFF2-40B4-BE49-F238E27FC236}">
                <a16:creationId xmlns:a16="http://schemas.microsoft.com/office/drawing/2014/main" id="{C6B6BC02-1242-48A3-9B2D-CD04BB61F9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75" y="1743075"/>
            <a:ext cx="520065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Distribution" id="11" name="slide11">
            <a:extLst>
              <a:ext uri="{FF2B5EF4-FFF2-40B4-BE49-F238E27FC236}">
                <a16:creationId xmlns:a16="http://schemas.microsoft.com/office/drawing/2014/main" id="{31FB84B9-DFF0-42CF-80C2-7B71488145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523" y="0"/>
            <a:ext cx="198695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Dashboard" id="12" name="slide12">
            <a:extLst>
              <a:ext uri="{FF2B5EF4-FFF2-40B4-BE49-F238E27FC236}">
                <a16:creationId xmlns:a16="http://schemas.microsoft.com/office/drawing/2014/main" id="{7E0ACDB2-A15C-48F6-84F8-D0693377D58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Dashboard" id="13" name="slide13">
            <a:extLst>
              <a:ext uri="{FF2B5EF4-FFF2-40B4-BE49-F238E27FC236}">
                <a16:creationId xmlns:a16="http://schemas.microsoft.com/office/drawing/2014/main" id="{3F09C98F-5816-425C-88BF-130500995A6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0"/>
            <a:ext cx="11658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Forecast" id="14" name="slide14">
            <a:extLst>
              <a:ext uri="{FF2B5EF4-FFF2-40B4-BE49-F238E27FC236}">
                <a16:creationId xmlns:a16="http://schemas.microsoft.com/office/drawing/2014/main" id="{E60C30ED-974C-456C-91D2-13EE45988C1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46" y="0"/>
            <a:ext cx="88937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Forecast" id="15" name="slide15">
            <a:extLst>
              <a:ext uri="{FF2B5EF4-FFF2-40B4-BE49-F238E27FC236}">
                <a16:creationId xmlns:a16="http://schemas.microsoft.com/office/drawing/2014/main" id="{763F94A1-D91B-4068-8C55-F4636C53470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46" y="0"/>
            <a:ext cx="88937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Segmentation" id="16" name="slide16">
            <a:extLst>
              <a:ext uri="{FF2B5EF4-FFF2-40B4-BE49-F238E27FC236}">
                <a16:creationId xmlns:a16="http://schemas.microsoft.com/office/drawing/2014/main" id="{D0D25CA6-31BF-4DAD-AB94-3BD9EC36E85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445" y="0"/>
            <a:ext cx="7619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Distribution by Segment (ML-based)" id="17" name="slide17">
            <a:extLst>
              <a:ext uri="{FF2B5EF4-FFF2-40B4-BE49-F238E27FC236}">
                <a16:creationId xmlns:a16="http://schemas.microsoft.com/office/drawing/2014/main" id="{A554AD73-3DA7-4FD2-8B8E-AC011F2E947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709" y="0"/>
            <a:ext cx="6405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3" id="18" name="slide18">
            <a:extLst>
              <a:ext uri="{FF2B5EF4-FFF2-40B4-BE49-F238E27FC236}">
                <a16:creationId xmlns:a16="http://schemas.microsoft.com/office/drawing/2014/main" id="{39D4755D-8E69-4633-B8A9-9E537619ACE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2026-01-29T20:38:02Z</dcterms:created>
  <dcterms:modified xsi:type="dcterms:W3CDTF">2026-01-29T20:38:02Z</dcterms:modified>
</cp:coreProperties>
</file>